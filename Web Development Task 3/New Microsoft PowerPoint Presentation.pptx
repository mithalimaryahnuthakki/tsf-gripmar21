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F8E28-F548-4709-8B6F-6ABC3193E008}" type="datetimeFigureOut">
              <a:rPr lang="en-IN" smtClean="0"/>
              <a:t>06-03-2021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F2435A-AB46-47CA-BC57-91D44D8E16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159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F2435A-AB46-47CA-BC57-91D44D8E161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014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3/6/2021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3/6/2021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3/6/2021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MITHALI MARYAH NUTHAKKI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0482" y="3657600"/>
            <a:ext cx="6400800" cy="1752600"/>
          </a:xfrm>
        </p:spPr>
        <p:txBody>
          <a:bodyPr/>
          <a:lstStyle/>
          <a:p>
            <a:r>
              <a:rPr lang="en-US" dirty="0" smtClean="0"/>
              <a:t>Web Development And Design Intern </a:t>
            </a:r>
            <a:r>
              <a:rPr lang="en-US" dirty="0"/>
              <a:t>TASK-3</a:t>
            </a:r>
            <a:endParaRPr lang="en-US" dirty="0" smtClean="0"/>
          </a:p>
          <a:p>
            <a:r>
              <a:rPr lang="en-US" dirty="0" smtClean="0"/>
              <a:t>GRIP- The Sparks Foundation</a:t>
            </a:r>
          </a:p>
          <a:p>
            <a:endParaRPr lang="en-IN" dirty="0"/>
          </a:p>
        </p:txBody>
      </p:sp>
      <p:pic>
        <p:nvPicPr>
          <p:cNvPr id="1026" name="Picture 2" descr="The Sparks Foundation | Linked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08709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6829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334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/>
              <a:t>◇ </a:t>
            </a:r>
            <a:r>
              <a:rPr lang="en-IN" sz="2000" dirty="0" smtClean="0"/>
              <a:t>Create </a:t>
            </a:r>
            <a:r>
              <a:rPr lang="en-IN" sz="2000" dirty="0"/>
              <a:t>a simple website where payment gateway is integrated.</a:t>
            </a:r>
          </a:p>
          <a:p>
            <a:pPr marL="0" indent="0">
              <a:buNone/>
            </a:pPr>
            <a:r>
              <a:rPr lang="en-IN" sz="2000" dirty="0"/>
              <a:t>◇ There will be a simple donate button on homepage. On clicking</a:t>
            </a:r>
          </a:p>
          <a:p>
            <a:pPr marL="0" indent="0">
              <a:buNone/>
            </a:pPr>
            <a:r>
              <a:rPr lang="en-IN" sz="2000" dirty="0"/>
              <a:t>the donate button, the user will land on the payment page where</a:t>
            </a:r>
          </a:p>
          <a:p>
            <a:pPr marL="0" indent="0">
              <a:buNone/>
            </a:pPr>
            <a:r>
              <a:rPr lang="en-IN" sz="2000" dirty="0"/>
              <a:t>user can select the amount to be paid and the payment type, e.g.</a:t>
            </a:r>
          </a:p>
          <a:p>
            <a:pPr marL="0" indent="0">
              <a:buNone/>
            </a:pPr>
            <a:r>
              <a:rPr lang="en-IN" sz="2000" dirty="0"/>
              <a:t>credit card, </a:t>
            </a:r>
            <a:r>
              <a:rPr lang="en-IN" sz="2000" dirty="0" err="1"/>
              <a:t>Paypal</a:t>
            </a:r>
            <a:r>
              <a:rPr lang="en-IN" sz="2000" dirty="0"/>
              <a:t>, etc.</a:t>
            </a:r>
          </a:p>
          <a:p>
            <a:pPr marL="0" indent="0">
              <a:buNone/>
            </a:pPr>
            <a:r>
              <a:rPr lang="en-IN" sz="2000" dirty="0"/>
              <a:t>◇ Once the payment is done and invoice will be generated and</a:t>
            </a:r>
          </a:p>
          <a:p>
            <a:pPr marL="0" indent="0">
              <a:buNone/>
            </a:pPr>
            <a:r>
              <a:rPr lang="en-IN" sz="2000" dirty="0"/>
              <a:t>email will be sent to the user for the payment received. The</a:t>
            </a:r>
          </a:p>
          <a:p>
            <a:pPr marL="0" indent="0">
              <a:buNone/>
            </a:pPr>
            <a:r>
              <a:rPr lang="en-IN" sz="2000" dirty="0"/>
              <a:t>invoice will contain the amount.</a:t>
            </a:r>
          </a:p>
          <a:p>
            <a:pPr marL="0" indent="0">
              <a:buNone/>
            </a:pPr>
            <a:r>
              <a:rPr lang="en-IN" sz="2000" dirty="0"/>
              <a:t>◇ On any page / email, only basic information is needed.</a:t>
            </a:r>
          </a:p>
          <a:p>
            <a:pPr marL="0" indent="0">
              <a:buNone/>
            </a:pPr>
            <a:r>
              <a:rPr lang="en-IN" sz="2000" dirty="0"/>
              <a:t>◇ Create your own temporary / sandbox / testing accounts with 3rd</a:t>
            </a:r>
          </a:p>
          <a:p>
            <a:pPr marL="0" indent="0">
              <a:buNone/>
            </a:pPr>
            <a:r>
              <a:rPr lang="en-IN" sz="2000" dirty="0"/>
              <a:t>party for integrations.</a:t>
            </a:r>
          </a:p>
          <a:p>
            <a:pPr marL="0" indent="0">
              <a:buNone/>
            </a:pPr>
            <a:r>
              <a:rPr lang="en-IN" sz="2000" dirty="0"/>
              <a:t>◇ Host the website at 000webhost, github.io, </a:t>
            </a:r>
            <a:r>
              <a:rPr lang="en-IN" sz="2000" dirty="0" err="1"/>
              <a:t>heroku</a:t>
            </a:r>
            <a:r>
              <a:rPr lang="en-IN" sz="2000" dirty="0"/>
              <a:t> app or any</a:t>
            </a:r>
          </a:p>
          <a:p>
            <a:pPr marL="0" indent="0">
              <a:buNone/>
            </a:pPr>
            <a:r>
              <a:rPr lang="en-IN" sz="2000" dirty="0"/>
              <a:t>other free hosting provider. Check in code in </a:t>
            </a:r>
            <a:r>
              <a:rPr lang="en-IN" sz="2000" dirty="0" err="1"/>
              <a:t>gitlab</a:t>
            </a:r>
            <a:r>
              <a:rPr lang="en-IN" sz="200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2286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IN" sz="2800" dirty="0"/>
              <a:t>Payment </a:t>
            </a:r>
            <a:r>
              <a:rPr lang="en-IN" sz="2800" dirty="0" smtClean="0"/>
              <a:t>Gateway Integration (Task-3)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93483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0</TotalTime>
  <Words>163</Words>
  <Application>Microsoft Office PowerPoint</Application>
  <PresentationFormat>On-screen Show (4:3)</PresentationFormat>
  <Paragraphs>18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Concourse</vt:lpstr>
      <vt:lpstr>MITHALI MARYAH NUTHAKKI  </vt:lpstr>
      <vt:lpstr>Payment Gateway Integration (Task-3)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MITHALI MARYAH NUTHAKKI  </dc:title>
  <dc:creator>Mithali Maryah Nuthakki</dc:creator>
  <cp:lastModifiedBy>Ram</cp:lastModifiedBy>
  <cp:revision>1</cp:revision>
  <dcterms:created xsi:type="dcterms:W3CDTF">2006-08-16T00:00:00Z</dcterms:created>
  <dcterms:modified xsi:type="dcterms:W3CDTF">2021-03-06T11:07:44Z</dcterms:modified>
</cp:coreProperties>
</file>